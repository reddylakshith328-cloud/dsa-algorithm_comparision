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SCALE NLP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ANALYTICS PLATFORM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platform to visualize, compare and benchmark advanced algorithms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2510030332 : lakshith , 2510030322 : rahul , 2510030337 : ranadeep , 2510030426 : varshith , 2510030430 : jivith  </a:t>
            </a:r>
            <a:b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Guide: Mr. Aftab Yaseen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02020"/>
          </a:solidFill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of Project Title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1 · 10 marks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11887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3931920" cy="54864"/>
          </a:xfrm>
          <a:prstGeom prst="rect">
            <a:avLst/>
          </a:prstGeom>
          <a:solidFill>
            <a:srgbClr val="E02020"/>
          </a:solidFill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Scale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74520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big text datasets where algorithm efficiency really matters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1887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0"/>
            <a:ext cx="3931920" cy="54864"/>
          </a:xfrm>
          <a:prstGeom prst="rect">
            <a:avLst/>
          </a:prstGeom>
          <a:solidFill>
            <a:srgbClr val="E02020"/>
          </a:solidFill>
        </p:spPr>
      </p:sp>
      <p:sp>
        <p:nvSpPr>
          <p:cNvPr id="11" name="Text 9"/>
          <p:cNvSpPr txBox="1"/>
          <p:nvPr/>
        </p:nvSpPr>
        <p:spPr>
          <a:xfrm>
            <a:off x="4800600" y="1508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874520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tasks: pattern matching, similarity, sorting, compression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3931920" cy="11887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743200"/>
            <a:ext cx="3931920" cy="54864"/>
          </a:xfrm>
          <a:prstGeom prst="rect">
            <a:avLst/>
          </a:prstGeom>
          <a:solidFill>
            <a:srgbClr val="E02020"/>
          </a:solidFill>
        </p:spPr>
      </p:sp>
      <p:sp>
        <p:nvSpPr>
          <p:cNvPr id="15" name="Text 13"/>
          <p:cNvSpPr txBox="1"/>
          <p:nvPr/>
        </p:nvSpPr>
        <p:spPr>
          <a:xfrm>
            <a:off x="685800" y="28803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Analytics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246120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insight from raw text using advanced algorithms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743200"/>
            <a:ext cx="3931920" cy="11887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743200"/>
            <a:ext cx="3931920" cy="54864"/>
          </a:xfrm>
          <a:prstGeom prst="rect">
            <a:avLst/>
          </a:prstGeom>
          <a:solidFill>
            <a:srgbClr val="E02020"/>
          </a:solidFill>
        </p:spPr>
      </p:sp>
      <p:sp>
        <p:nvSpPr>
          <p:cNvPr id="19" name="Text 17"/>
          <p:cNvSpPr txBox="1"/>
          <p:nvPr/>
        </p:nvSpPr>
        <p:spPr>
          <a:xfrm>
            <a:off x="4800600" y="28803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3246120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reusable tool, not a one-off script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an educational platform that demonstrates advanced algorithms through real-world text analytics, with live visualization and performance comparison.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02020"/>
          </a:solidFill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of scope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2560320" cy="54864"/>
          </a:xfrm>
          <a:prstGeom prst="rect">
            <a:avLst/>
          </a:prstGeom>
          <a:solidFill>
            <a:srgbClr val="E02020"/>
          </a:solidFill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Visualization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7452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each algorithm run on real text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71600"/>
            <a:ext cx="2560320" cy="54864"/>
          </a:xfrm>
          <a:prstGeom prst="rect">
            <a:avLst/>
          </a:prstGeom>
          <a:solidFill>
            <a:srgbClr val="E02020"/>
          </a:solidFill>
        </p:spPr>
      </p:sp>
      <p:sp>
        <p:nvSpPr>
          <p:cNvPr id="11" name="Text 9"/>
          <p:cNvSpPr txBox="1"/>
          <p:nvPr/>
        </p:nvSpPr>
        <p:spPr>
          <a:xfrm>
            <a:off x="3429000" y="1508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7452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Pause, step and replay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56032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71600"/>
            <a:ext cx="2560320" cy="54864"/>
          </a:xfrm>
          <a:prstGeom prst="rect">
            <a:avLst/>
          </a:prstGeom>
          <a:solidFill>
            <a:srgbClr val="E02020"/>
          </a:solidFill>
        </p:spPr>
      </p:sp>
      <p:sp>
        <p:nvSpPr>
          <p:cNvPr id="15" name="Text 13"/>
          <p:cNvSpPr txBox="1"/>
          <p:nvPr/>
        </p:nvSpPr>
        <p:spPr>
          <a:xfrm>
            <a:off x="6172200" y="1508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87452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runtime and memory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256032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971800"/>
            <a:ext cx="2560320" cy="54864"/>
          </a:xfrm>
          <a:prstGeom prst="rect">
            <a:avLst/>
          </a:prstGeom>
          <a:solidFill>
            <a:srgbClr val="E02020"/>
          </a:solidFill>
        </p:spPr>
      </p:sp>
      <p:sp>
        <p:nvSpPr>
          <p:cNvPr id="19" name="Text 17"/>
          <p:cNvSpPr txBox="1"/>
          <p:nvPr/>
        </p:nvSpPr>
        <p:spPr>
          <a:xfrm>
            <a:off x="685800" y="31089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Dashboard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47472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across dataset sizes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2971800"/>
            <a:ext cx="256032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2971800"/>
            <a:ext cx="2560320" cy="54864"/>
          </a:xfrm>
          <a:prstGeom prst="rect">
            <a:avLst/>
          </a:prstGeom>
          <a:solidFill>
            <a:srgbClr val="E02020"/>
          </a:solidFill>
        </p:spPr>
      </p:sp>
      <p:sp>
        <p:nvSpPr>
          <p:cNvPr id="23" name="Text 21"/>
          <p:cNvSpPr txBox="1"/>
          <p:nvPr/>
        </p:nvSpPr>
        <p:spPr>
          <a:xfrm>
            <a:off x="3429000" y="31089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Experiments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347472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inputs and parameters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2971800"/>
            <a:ext cx="256032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2971800"/>
            <a:ext cx="2560320" cy="54864"/>
          </a:xfrm>
          <a:prstGeom prst="rect">
            <a:avLst/>
          </a:prstGeom>
          <a:solidFill>
            <a:srgbClr val="E02020"/>
          </a:solidFill>
        </p:spPr>
      </p:sp>
      <p:sp>
        <p:nvSpPr>
          <p:cNvPr id="27" name="Text 25"/>
          <p:cNvSpPr txBox="1"/>
          <p:nvPr/>
        </p:nvSpPr>
        <p:spPr>
          <a:xfrm>
            <a:off x="6172200" y="31089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Analysis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172200" y="347472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vs measured behaviour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Dataset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8BA6"/>
          </a:solidFill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Feasibility Analysis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2 · 10 marks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17373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2560320" cy="54864"/>
          </a:xfrm>
          <a:prstGeom prst="rect">
            <a:avLst/>
          </a:prstGeom>
          <a:solidFill>
            <a:srgbClr val="2E8BA6"/>
          </a:solidFill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74520"/>
            <a:ext cx="2286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Python, JavaFX / Streamlit, Graphviz, Matplotlib, Jupyter Notebook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17373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71600"/>
            <a:ext cx="2560320" cy="54864"/>
          </a:xfrm>
          <a:prstGeom prst="rect">
            <a:avLst/>
          </a:prstGeom>
          <a:solidFill>
            <a:srgbClr val="2E8BA6"/>
          </a:solidFill>
        </p:spPr>
      </p:sp>
      <p:sp>
        <p:nvSpPr>
          <p:cNvPr id="11" name="Text 9"/>
          <p:cNvSpPr txBox="1"/>
          <p:nvPr/>
        </p:nvSpPr>
        <p:spPr>
          <a:xfrm>
            <a:off x="3429000" y="1508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74520"/>
            <a:ext cx="2286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 for datasets and results; open text corpora available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560320" cy="17373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71600"/>
            <a:ext cx="2560320" cy="54864"/>
          </a:xfrm>
          <a:prstGeom prst="rect">
            <a:avLst/>
          </a:prstGeom>
          <a:solidFill>
            <a:srgbClr val="2E8BA6"/>
          </a:solidFill>
        </p:spPr>
      </p:sp>
      <p:sp>
        <p:nvSpPr>
          <p:cNvPr id="15" name="Text 13"/>
          <p:cNvSpPr txBox="1"/>
          <p:nvPr/>
        </p:nvSpPr>
        <p:spPr>
          <a:xfrm>
            <a:off x="6172200" y="1508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874520"/>
            <a:ext cx="2286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open-source tools; runs on standard student hardware at no licence cost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474720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build: Algorithms → Visualizer → Benchmark engine → Dashboard. Each module can be developed and tested independently within the semester.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8575F"/>
          </a:solidFill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Oriented with Societal Needs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5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3 · 10 marks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804672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Education: makes hard algorithm concepts visual and easy to learn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Advanced Algorithms Laboratories: ready-made lab tool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Technical Training: upskilling teams on efficient text processing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Science Research: reproducible benchmarking of algorithms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Research Laboratories: comparison and evaluation of new methods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8B4A12"/>
          </a:solidFill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of the Project Title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4 · 10 marks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804672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visualization + benchmarking + complexity analysis in one platform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real-world, large-scale text data instead of toy examples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users run their own experiments and compare algorithms side by side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both learning and research, unlike most single-purpose algorithm visualizers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F2A44"/>
          </a:solidFill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 &amp; Conclusion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Skills · 10 marks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04672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educational and research platform that enables users to understand, implement, compare and evaluate advanced algorithms for large-scale text processing and optimization problems.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2550</Words>
  <Application>WPS Docs</Application>
  <PresentationFormat>On-screen Show (16:9)</PresentationFormat>
  <Paragraphs>104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Microsoft YaHei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 Scale NLP Text Analytics Platform</dc:title>
  <dc:creator>PptxGenJS</dc:creator>
  <dc:subject>PptxGenJS Presentation</dc:subject>
  <cp:lastModifiedBy>Lakshith Reddy</cp:lastModifiedBy>
  <cp:revision>2</cp:revision>
  <dcterms:created xsi:type="dcterms:W3CDTF">2026-10-07T12:50:50Z</dcterms:created>
  <dcterms:modified xsi:type="dcterms:W3CDTF">2026-10-07T12:50:50Z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2CC5F22609F862FC2A40C66AFC349333_42</vt:lpwstr>
  </property>
  <property fmtid="{D5CDD505-2E9C-101B-9397-08002B2CF9AE}" pid="3" name="KSOProductBuildVer">
    <vt:lpwstr>1033-12.1.28496.28496</vt:lpwstr>
  </property>
</Properties>
</file>