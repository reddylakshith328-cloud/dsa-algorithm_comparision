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 NLP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PLATFORM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Literature Review &amp; Gap Analysis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2510030332  Lakshith   |   2510030322  Rahul   |   2510030337  Ranadeep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2510030426  Varshith   |   2510030430  Jivith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Aftab Yaseen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Project Title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1 · 10 marks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645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64592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on text algorithms shows efficiency gaps widen sharply as data grows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645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54864" cy="164592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Text Analytics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indexing, compression and similarity are core text-processing tasks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64592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54864" cy="164592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work on algorithm visualization and benchmarking tools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scope: classic string and text algorithms, their complexity trade-offs, and existing tools that teach or benchmark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Reviewed: Six Areas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directly to platform modules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3716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KMP, Boyer-Moore, Rabin-Karp, Aho-Corasick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54864" cy="137160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arrays and suffix trees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3716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54864" cy="137160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coding and entropy coding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2560320" cy="13716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926080"/>
            <a:ext cx="54864" cy="137160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Similarity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distance, TF-IDF weighting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560320" cy="13716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926080"/>
            <a:ext cx="54864" cy="137160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472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Tools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algorithm visualizers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2560320" cy="13716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926080"/>
            <a:ext cx="54864" cy="1371600"/>
          </a:xfrm>
          <a:prstGeom prst="rect">
            <a:avLst/>
          </a:prstGeom>
          <a:solidFill>
            <a:srgbClr val="F05A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vs theoretical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A9C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Quality of Literature Review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2 · 10 marks · foundational works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9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9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A9C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Knuth, Morris, Pratt (1977)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Linear-time search using a failure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Boyer, Moore (1977)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text using bad-character and good-suffix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Karp, Rabin (1987)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Rolling-hash matching, good for multiple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Aho, Corasick (1975)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Automaton matching many keywords in one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Manber, Myers (1993)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Suffix arrays: compact index for fast substring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Huffman (1952)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prefix codes from symbol frequencies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Levenshtein (1966); Salton (1975)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distance; vector-space and term weighting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A9C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Visualization &amp; Learning 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Depth: what is already available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828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828800"/>
          </a:xfrm>
          <a:prstGeom prst="rect">
            <a:avLst/>
          </a:prstGeom>
          <a:solidFill>
            <a:srgbClr val="38A9C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visualizers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tools such as VisuAlgo animate sorting, graph and data-structure algorithms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828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54864" cy="1828800"/>
          </a:xfrm>
          <a:prstGeom prst="rect">
            <a:avLst/>
          </a:prstGeom>
          <a:solidFill>
            <a:srgbClr val="38A9C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animations, step controls, good for first-time learners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82880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54864" cy="1828800"/>
          </a:xfrm>
          <a:prstGeom prst="rect">
            <a:avLst/>
          </a:prstGeom>
          <a:solidFill>
            <a:srgbClr val="38A9C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inputs, few text-specific algorithms, no benchmarking on real datasets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and papers give complexity proofs, but rarely connect them to measured behaviour on large text.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8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 of Literature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3 · 10 marks · comparing the algorithms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4688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linear, no backtracking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sublinear in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Boyer-Moore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~O(n/m), worst O(nm)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 on long patterns and large alphabets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 without extra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Rabin-Karp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O(n + m), worst O(nm)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handles many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collisions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Aho-Corasick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 + 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patterns in a single 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memory for the automaton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Suffix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repeated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 to build and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Huffman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symbol-level 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context between symbols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8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Putting the Literature Together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 leads to design choices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28016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280160"/>
          </a:xfrm>
          <a:prstGeom prst="rect">
            <a:avLst/>
          </a:prstGeom>
          <a:solidFill>
            <a:srgbClr val="E07A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algorithm wins everywhere: input size, alphabet and pattern count decide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28016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54864" cy="1280160"/>
          </a:xfrm>
          <a:prstGeom prst="rect">
            <a:avLst/>
          </a:prstGeom>
          <a:solidFill>
            <a:srgbClr val="E07A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(Big-O) hides constants, so empirical benchmarking is needed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931920" cy="128016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34640"/>
            <a:ext cx="54864" cy="1280160"/>
          </a:xfrm>
          <a:prstGeom prst="rect">
            <a:avLst/>
          </a:prstGeom>
          <a:solidFill>
            <a:srgbClr val="E07A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44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improves when execution is visible step by step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931920" cy="128016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54864" cy="1280160"/>
          </a:xfrm>
          <a:prstGeom prst="rect">
            <a:avLst/>
          </a:prstGeom>
          <a:solidFill>
            <a:srgbClr val="E07A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2944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platform: visualize, run, and benchmark algorithms on the same dataset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92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through Literature Review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4 · 10 marks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found in literature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our platform addresses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Visualizers use toy inputs, not large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algorithms on large real text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and benchmarking are separate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platform for both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shown only as theory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analysis next to measured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hands-on experimentation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experiments with adjustable 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shared dataset management for learners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dataset management (MySQL / PostgreSQL)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Skills · 10 marks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gives strong algorithms but weak integrated tooling.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 scale, benchmarking, experimentation, theory-to-practice link.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fills these gaps for education and research.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implementation and methodology (Review 3).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literature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Knuth, D., Morris, J., Pratt, V. (1977). Fast pattern matching in strings. SIAM J. Computing.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Boyer, R., Moore, J. (1977). A fast string searching algorithm. Comm. ACM.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Karp, R., Rabin, M. (1987). Efficient randomized pattern-matching algorithms. IBM J. R&amp;D.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Aho, A., Corasick, M. (1975). Efficient string matching: an aid to bibliographic search. Comm. ACM.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Manber, U., Myers, G. (1993). Suffix arrays: a new method for on-line string searches. SIAM J. Computing.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Huffman, D. (1952). A method for the construction of minimum-redundancy codes. Proc. IRE.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Levenshtein, V. (1966). Binary codes capable of correcting deletions, insertions and reversals. Soviet Physics Doklady.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Salton, G., Wong, A., Yang, C. (1975). A vector space model for automatic indexing. Comm. ACM.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Scale NLP Text Analytics Platform - Review 2</dc:title>
  <dc:subject>PptxGenJS Presentation</dc:subject>
  <dc:creator>PptxGenJS</dc:creator>
  <cp:lastModifiedBy>PptxGenJS</cp:lastModifiedBy>
  <cp:revision>1</cp:revision>
  <dcterms:created xsi:type="dcterms:W3CDTF">2026-10-07T12:45:43Z</dcterms:created>
  <dcterms:modified xsi:type="dcterms:W3CDTF">2026-10-07T12:45:43Z</dcterms:modified>
</cp:coreProperties>
</file>